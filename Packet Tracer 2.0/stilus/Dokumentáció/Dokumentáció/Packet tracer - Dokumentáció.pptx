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 dirty="0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 dirty="0" smtClean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 dirty="0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 dirty="0" smtClean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Packet tracer - Dokumentáció</a:t>
            </a:r>
            <a:endParaRPr lang="hu-H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</a:rPr>
              <a:t>Készítette: Bodó László és Barcs Benedek</a:t>
            </a:r>
            <a:endParaRPr lang="hu-HU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6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Tartalomjegyzék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Hálózat elkészítése</a:t>
            </a:r>
          </a:p>
          <a:p>
            <a:r>
              <a:rPr lang="hu-HU" dirty="0" smtClean="0"/>
              <a:t>HTML oldal elkészítése</a:t>
            </a:r>
          </a:p>
          <a:p>
            <a:r>
              <a:rPr lang="hu-HU" dirty="0" smtClean="0"/>
              <a:t>Hibák keresése és javítása</a:t>
            </a:r>
          </a:p>
        </p:txBody>
      </p:sp>
    </p:spTree>
    <p:extLst>
      <p:ext uri="{BB962C8B-B14F-4D97-AF65-F5344CB8AC3E}">
        <p14:creationId xmlns:p14="http://schemas.microsoft.com/office/powerpoint/2010/main" val="72905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Hálózat </a:t>
            </a:r>
            <a:r>
              <a:rPr lang="hu-HU" dirty="0" smtClean="0"/>
              <a:t>elkészítése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Eleinte megnyitottuk a „Packet tracer” programot ahol létrehoztunk egy szimulációt. Részletesen felépítettük és képernyőképekkel láthatóvá tettük a történéseket. A képek alatt kis utalásokat hagytunk ami egyértelműbbé teszi a történéseket.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6007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HTML oldal </a:t>
            </a:r>
            <a:r>
              <a:rPr lang="hu-HU" dirty="0" smtClean="0"/>
              <a:t>elkészítése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„Visual code”-ban megírtuk a kódot, valamint készítettünk stíluskészletet is hozzá(CSS Fájlt).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5864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Hibák keresése és </a:t>
            </a:r>
            <a:r>
              <a:rPr lang="hu-HU" dirty="0" smtClean="0"/>
              <a:t>javítása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Hibákat találtunk a kódunkba, pl. helyesírás, írásjeleket, valamint kód és egyéb hibákat.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0936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Köszönjük a figyelmet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endParaRPr lang="hu-HU" dirty="0" smtClean="0"/>
          </a:p>
          <a:p>
            <a:pPr marL="0" indent="0" algn="r">
              <a:buNone/>
            </a:pPr>
            <a:endParaRPr lang="hu-HU" dirty="0"/>
          </a:p>
          <a:p>
            <a:pPr marL="0" indent="0" algn="r">
              <a:buNone/>
            </a:pPr>
            <a:endParaRPr lang="hu-HU" dirty="0" smtClean="0"/>
          </a:p>
          <a:p>
            <a:pPr marL="0" indent="0" algn="r">
              <a:buNone/>
            </a:pPr>
            <a:endParaRPr lang="hu-HU" dirty="0"/>
          </a:p>
          <a:p>
            <a:pPr marL="0" indent="0" algn="r">
              <a:buNone/>
            </a:pPr>
            <a:endParaRPr lang="hu-HU" dirty="0" smtClean="0"/>
          </a:p>
          <a:p>
            <a:pPr marL="0" indent="0" algn="r">
              <a:buNone/>
            </a:pPr>
            <a:r>
              <a:rPr lang="hu-HU" dirty="0" smtClean="0"/>
              <a:t>Készítette: Bodó László és </a:t>
            </a:r>
            <a:r>
              <a:rPr lang="hu-HU" smtClean="0"/>
              <a:t>Barcs Benedek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5715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Times New Roman–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26</TotalTime>
  <Words>107</Words>
  <Application>Microsoft Office PowerPoint</Application>
  <PresentationFormat>Szélesvásznú</PresentationFormat>
  <Paragraphs>19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Trebuchet MS</vt:lpstr>
      <vt:lpstr>Áramkör</vt:lpstr>
      <vt:lpstr>Packet tracer - Dokumentáció</vt:lpstr>
      <vt:lpstr>Tartalomjegyzék</vt:lpstr>
      <vt:lpstr>Hálózat elkészítése</vt:lpstr>
      <vt:lpstr>HTML oldal elkészítése</vt:lpstr>
      <vt:lpstr>Hibák keresése és javítása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tracer - Dokumentáció</dc:title>
  <dc:creator>Fazekas Dávid</dc:creator>
  <cp:lastModifiedBy>Fazekas Dávid</cp:lastModifiedBy>
  <cp:revision>3</cp:revision>
  <dcterms:created xsi:type="dcterms:W3CDTF">2022-02-28T15:21:53Z</dcterms:created>
  <dcterms:modified xsi:type="dcterms:W3CDTF">2022-02-28T15:47:59Z</dcterms:modified>
</cp:coreProperties>
</file>